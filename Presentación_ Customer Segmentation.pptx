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ec649199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ec649199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ec649199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ec649199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ec649199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ec649199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c649199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c649199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ec649199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ec649199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c649199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c649199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c6491997_1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c6491997_1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c649199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c649199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c6491997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ec6491997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c6491997_1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c6491997_1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c6491997_1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ec6491997_1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c6491997_1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ec6491997_1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c6491997_1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ec6491997_1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c6491997_1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c6491997_1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8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bellece esta diapositiva, manten un formato similar al de las anteriores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 esta diapositiva con un formato similar al de las diapositivas anteriores.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